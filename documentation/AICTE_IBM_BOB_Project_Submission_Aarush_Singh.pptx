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90" r:id="rId2"/>
    <p:sldId id="291" r:id="rId3"/>
    <p:sldId id="292" r:id="rId4"/>
    <p:sldId id="310" r:id="rId5"/>
    <p:sldId id="293" r:id="rId6"/>
    <p:sldId id="294" r:id="rId7"/>
    <p:sldId id="295" r:id="rId8"/>
    <p:sldId id="296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298" r:id="rId17"/>
    <p:sldId id="299" r:id="rId18"/>
    <p:sldId id="300" r:id="rId19"/>
    <p:sldId id="301" r:id="rId20"/>
    <p:sldId id="318" r:id="rId21"/>
    <p:sldId id="319" r:id="rId22"/>
    <p:sldId id="322" r:id="rId23"/>
    <p:sldId id="320" r:id="rId24"/>
    <p:sldId id="321" r:id="rId25"/>
    <p:sldId id="304" r:id="rId26"/>
    <p:sldId id="305" r:id="rId27"/>
    <p:sldId id="306" r:id="rId28"/>
    <p:sldId id="307" r:id="rId29"/>
    <p:sldId id="308" r:id="rId30"/>
    <p:sldId id="309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D82B5A6-80F8-E2DC-656C-5B246894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58BA928-2866-1ACB-A11A-BE4DFCBE0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9EF3FD8-36BE-DB07-4398-65DD175CB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0562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06F15CD-B030-FF13-F083-88E2519A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FA77A4FD-3167-F28C-7555-03C9375DB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524F1D2-4FA6-B645-85B9-032BE7F67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240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5810891-A0DE-2516-3835-5620B48C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5C012251-DFF4-2B10-CBAD-8DACA19BF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051EAE7-F9FE-1C82-25E3-76D20C812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3392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9BC6806-8F7A-0561-400D-A9ED2AE1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9382812-34AB-ED19-B0C4-E36B9FD19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BE61A53-2E10-77B4-2D47-5DF0CADC6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706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F016B843-6AFA-5953-7346-BB261185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F07C4F5-9C8E-F198-6CB2-3349C2EB4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474F1A1-32E9-9486-641E-2D696174B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6077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CAF2BC4-BE76-5E8E-F9BB-7887D24E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673FF98D-71D2-7D5B-3A69-C3414965A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F29CBB4-ED01-6094-2C10-E0D305EEC7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0776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A835C83-5491-36FE-559B-42A2472A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F7A927B0-5D75-D843-0BDB-216B4F690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174EF46-7B8B-ADB6-5658-B8C73EBEB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7478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3A32A57-44FF-016A-C80A-59BCD839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B73EEF5-8105-D0C1-5E00-A723BE211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3E0E5F4-42D8-5D8C-2661-9743EB740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630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7320D68-C007-41C6-3FB3-583C9EEB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4076872-B105-7328-763F-FF021D8B4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6538B17-087B-FAC4-7799-31EA4573C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223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2836B764-274F-6EB5-8363-DBD33DCE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FC3C505-9271-D95D-E624-BA5D40D0E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8D36AD4-26B4-5602-731D-140FE6170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8433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81AA93E-F6B1-79C2-4CFE-0C963EF7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3BE1749-B6A1-0311-B87E-1C5351BDB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1398730-3491-483C-8912-61EAEEDC7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388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B01CE73-211E-6C0B-9C1A-2ED6387B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236474CE-7FCB-4F3A-4E98-0CC4A2CC19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BA3B256B-3C1F-E876-4B90-E63ED627D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4644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08C0424-7AB9-493F-5DA7-879A911B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46ACC33B-C132-A7D0-DDC7-4CEBC86A5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6372FE95-8278-4BB3-7C1A-EBE670181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151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arushsingh6204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6696291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Aarush SINGH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aarushsingh6204@gmail.com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ibm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skillsbuild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8709489929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NutriGenie</a:t>
            </a:r>
            <a:endParaRPr lang="en-US" sz="2400" b="1" dirty="0"/>
          </a:p>
          <a:p>
            <a:r>
              <a:rPr lang="en-US" sz="2400" b="1" dirty="0"/>
              <a:t>AI-Powered Personalized Nutrition Agent</a:t>
            </a:r>
            <a:br>
              <a:rPr lang="en-US" sz="2400" dirty="0"/>
            </a:br>
            <a:r>
              <a:rPr lang="en-US" sz="2400" b="1" dirty="0"/>
              <a:t>Domain:</a:t>
            </a:r>
            <a:r>
              <a:rPr lang="en-US" sz="2400" dirty="0"/>
              <a:t> Healthcare / Artificial Intelligence</a:t>
            </a: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2763F-CA65-636D-EFAA-34806EB8A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932" y="3531309"/>
            <a:ext cx="1236134" cy="1236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CE4353-C76B-1BCC-F302-78366107DEED}"/>
              </a:ext>
            </a:extLst>
          </p:cNvPr>
          <p:cNvSpPr txBox="1"/>
          <p:nvPr/>
        </p:nvSpPr>
        <p:spPr>
          <a:xfrm>
            <a:off x="1388533" y="5748867"/>
            <a:ext cx="419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ID : STU6736c7458b0c11731643205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Nutrition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r>
              <a:rPr lang="en-US" b="1" dirty="0" err="1"/>
              <a:t>NutriGenie</a:t>
            </a:r>
            <a:r>
              <a:rPr lang="en-US" b="1" dirty="0"/>
              <a:t> is an AI-powered personalized nutrition assistant designed to help users make informed dietary decisions through personalized meal planning, nutrition analysis, food logging and intelligent feedback.</a:t>
            </a:r>
            <a:endParaRPr lang="en-US" dirty="0"/>
          </a:p>
          <a:p>
            <a:r>
              <a:rPr lang="en-US" dirty="0"/>
              <a:t>The system combines </a:t>
            </a:r>
            <a:r>
              <a:rPr lang="en-US" b="1" dirty="0"/>
              <a:t>Agentic AI, Retrieval-Augmented Generation (RAG), IBM Granite, IBM watsonx.ai and IBM Bob</a:t>
            </a:r>
            <a:r>
              <a:rPr lang="en-US" dirty="0"/>
              <a:t> to create a modular and context-aware nutrition solution.</a:t>
            </a:r>
          </a:p>
          <a:p>
            <a:r>
              <a:rPr lang="en-US" dirty="0"/>
              <a:t>It uses user information such as age, body measurements, activity level, dietary preference, fitness goals and cuisine preferences to generate relevant nutrition guidance.</a:t>
            </a:r>
          </a:p>
          <a:p>
            <a:pPr fontAlgn="base"/>
            <a:r>
              <a:rPr lang="en-US" dirty="0"/>
              <a:t>.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DE7BD-403B-2C95-1678-438BEEC068FD}"/>
              </a:ext>
            </a:extLst>
          </p:cNvPr>
          <p:cNvSpPr txBox="1"/>
          <p:nvPr/>
        </p:nvSpPr>
        <p:spPr>
          <a:xfrm>
            <a:off x="576072" y="3696653"/>
            <a:ext cx="10607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Core Focus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Personalization | Nutrition Knowledge | Meal Planning | Food Tracking | AI Feedback</a:t>
            </a:r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C4B932B-E5DA-D1E8-FB9B-CE8A8A79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E395D-1316-0A1F-D6A4-5C4BF412D978}"/>
              </a:ext>
            </a:extLst>
          </p:cNvPr>
          <p:cNvSpPr txBox="1"/>
          <p:nvPr/>
        </p:nvSpPr>
        <p:spPr>
          <a:xfrm>
            <a:off x="576072" y="1234440"/>
            <a:ext cx="10607040" cy="521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The Challenge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Individuals often struggle with diet planning and portion control.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Nutritional information is scattered across different sources.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Generic diet recommendations do not consider individual goals and preferences.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Users need simple ways to track meals and understand their nutritional intake.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There is a need for personalized and accessible nutrition guidance. 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Objective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Develop an AI-powered Nutrition Agent capable of: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Personalized diet plans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Food-data retrieval using RAG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Diet tracking and feedback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Preventive health-oriented guidance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Multi-agent task execution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Nutrition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FE5DD-0694-5C4A-BE33-F455D7D0D3C8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Overview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1273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60030" y="1218398"/>
            <a:ext cx="10607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Proposed Solution: </a:t>
            </a:r>
            <a:r>
              <a:rPr lang="en-US" sz="1800" dirty="0" err="1"/>
              <a:t>NutriGenie</a:t>
            </a:r>
            <a:endParaRPr lang="en-US" sz="1800" dirty="0"/>
          </a:p>
          <a:p>
            <a:r>
              <a:rPr lang="en-US" sz="1800" dirty="0" err="1"/>
              <a:t>NutriGenie</a:t>
            </a:r>
            <a:r>
              <a:rPr lang="en-US" sz="1800" dirty="0"/>
              <a:t> uses a </a:t>
            </a:r>
            <a:r>
              <a:rPr lang="en-US" sz="1800" b="1" dirty="0"/>
              <a:t>multi-agent architecture</a:t>
            </a:r>
            <a:r>
              <a:rPr lang="en-US" sz="1800" dirty="0"/>
              <a:t> in which specialized AI agents collaborate to solve different nutrition-related tasks.</a:t>
            </a:r>
          </a:p>
          <a:p>
            <a:r>
              <a:rPr lang="en-US" sz="1800" dirty="0"/>
              <a:t>The system combines user profile information with nutrition knowledge retrieval and AI reasoning to generate personalized recommendations.</a:t>
            </a:r>
          </a:p>
          <a:p>
            <a:endParaRPr lang="en-US" sz="1800" b="1" dirty="0"/>
          </a:p>
          <a:p>
            <a:r>
              <a:rPr lang="en-US" sz="1800" b="1" dirty="0"/>
              <a:t>Nutrition Knowledge Agent</a:t>
            </a:r>
            <a:br>
              <a:rPr lang="en-US" sz="1800" dirty="0"/>
            </a:br>
            <a:r>
              <a:rPr lang="en-US" sz="1800" dirty="0"/>
              <a:t>Retrieves relevant nutritional information.</a:t>
            </a:r>
          </a:p>
          <a:p>
            <a:r>
              <a:rPr lang="en-US" sz="1800" b="1" dirty="0"/>
              <a:t>Diet Recommendation Agent</a:t>
            </a:r>
            <a:br>
              <a:rPr lang="en-US" sz="1800" dirty="0"/>
            </a:br>
            <a:r>
              <a:rPr lang="en-US" sz="1800" dirty="0"/>
              <a:t>Generates personalized meal plans.</a:t>
            </a:r>
          </a:p>
          <a:p>
            <a:r>
              <a:rPr lang="en-US" sz="1800" b="1" dirty="0"/>
              <a:t>Health Advisory Agent</a:t>
            </a:r>
            <a:br>
              <a:rPr lang="en-US" sz="1800" dirty="0"/>
            </a:br>
            <a:r>
              <a:rPr lang="en-US" sz="1800" dirty="0"/>
              <a:t>Provides preventive nutrition guidance.</a:t>
            </a:r>
          </a:p>
          <a:p>
            <a:r>
              <a:rPr lang="en-US" sz="1800" b="1" dirty="0"/>
              <a:t>Food Log &amp; Feedback Agent</a:t>
            </a:r>
            <a:br>
              <a:rPr lang="en-US" sz="1800" dirty="0"/>
            </a:br>
            <a:r>
              <a:rPr lang="en-US" sz="1800" dirty="0"/>
              <a:t>Analyzes logged meals and provides feedback.</a:t>
            </a:r>
          </a:p>
          <a:p>
            <a:endParaRPr lang="en-US" sz="1800" b="1" dirty="0"/>
          </a:p>
          <a:p>
            <a:r>
              <a:rPr lang="en-US" sz="1800" dirty="0"/>
              <a:t>User → Orchestrator → Specialized Agents → RAG / Granite → Personalized Output</a:t>
            </a:r>
            <a:endParaRPr lang="en-US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👤 Personalized Profile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Uses user-specific characteristics and goals.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🍱 Personalized Meal Planning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Generates diet recommendations based on user requirements.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🔎 RAG Nutrition Retrieval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Retrieves relevant nutrition knowledge before generating responses.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📝 Food Logging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Allows users to record meals and quantities.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📊 Nutrition Tracking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Tracks nutritional intake and progress.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🤖 Multi-Agent AI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Uses specialized agents for different nutrition tasks.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400" dirty="0"/>
              <a:t>TECHNOLOGY STACK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A9A0F-8843-2653-8D31-916E705C0201}"/>
              </a:ext>
            </a:extLst>
          </p:cNvPr>
          <p:cNvSpPr txBox="1"/>
          <p:nvPr/>
        </p:nvSpPr>
        <p:spPr>
          <a:xfrm>
            <a:off x="537590" y="897467"/>
            <a:ext cx="74888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 Development</a:t>
            </a:r>
            <a:endParaRPr lang="en-US" dirty="0"/>
          </a:p>
          <a:p>
            <a:pPr lvl="0"/>
            <a:r>
              <a:rPr lang="en-US" dirty="0"/>
              <a:t>	IBM Bob </a:t>
            </a:r>
          </a:p>
          <a:p>
            <a:r>
              <a:rPr lang="en-US" b="1" dirty="0"/>
              <a:t>Foundation Model</a:t>
            </a:r>
            <a:endParaRPr lang="en-US" dirty="0"/>
          </a:p>
          <a:p>
            <a:pPr lvl="0"/>
            <a:r>
              <a:rPr lang="en-US" dirty="0"/>
              <a:t>	IBM Granite </a:t>
            </a:r>
          </a:p>
          <a:p>
            <a:r>
              <a:rPr lang="en-US" b="1" dirty="0"/>
              <a:t>AI Platform</a:t>
            </a:r>
            <a:endParaRPr lang="en-US" dirty="0"/>
          </a:p>
          <a:p>
            <a:pPr lvl="0"/>
            <a:r>
              <a:rPr lang="en-US" dirty="0"/>
              <a:t>	IBM watsonx.ai </a:t>
            </a:r>
          </a:p>
          <a:p>
            <a:r>
              <a:rPr lang="en-US" b="1" dirty="0"/>
              <a:t>Cloud</a:t>
            </a:r>
            <a:endParaRPr lang="en-US" dirty="0"/>
          </a:p>
          <a:p>
            <a:pPr lvl="0"/>
            <a:r>
              <a:rPr lang="en-US" dirty="0"/>
              <a:t>	IBM Cloud </a:t>
            </a:r>
          </a:p>
          <a:p>
            <a:r>
              <a:rPr lang="en-US" b="1" dirty="0"/>
              <a:t>Backend</a:t>
            </a:r>
            <a:endParaRPr lang="en-US" dirty="0"/>
          </a:p>
          <a:p>
            <a:pPr lvl="0"/>
            <a:r>
              <a:rPr lang="en-US" dirty="0"/>
              <a:t>	Python </a:t>
            </a:r>
          </a:p>
          <a:p>
            <a:pPr lvl="0"/>
            <a:r>
              <a:rPr lang="en-US" dirty="0"/>
              <a:t>	</a:t>
            </a:r>
            <a:r>
              <a:rPr lang="en-US" dirty="0" err="1"/>
              <a:t>FastAPI</a:t>
            </a:r>
            <a:r>
              <a:rPr lang="en-US" dirty="0"/>
              <a:t> </a:t>
            </a:r>
          </a:p>
          <a:p>
            <a:r>
              <a:rPr lang="en-US" b="1" dirty="0"/>
              <a:t>RAG</a:t>
            </a:r>
            <a:endParaRPr lang="en-US" dirty="0"/>
          </a:p>
          <a:p>
            <a:pPr lvl="0"/>
            <a:r>
              <a:rPr lang="en-US" dirty="0"/>
              <a:t>	</a:t>
            </a:r>
            <a:r>
              <a:rPr lang="en-US" dirty="0" err="1"/>
              <a:t>ChromaDB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	Embeddings </a:t>
            </a:r>
          </a:p>
          <a:p>
            <a:pPr lvl="0"/>
            <a:r>
              <a:rPr lang="en-US" dirty="0"/>
              <a:t>	Nutrition knowledge base </a:t>
            </a:r>
          </a:p>
          <a:p>
            <a:r>
              <a:rPr lang="en-US" b="1" dirty="0"/>
              <a:t>Frontend</a:t>
            </a:r>
            <a:endParaRPr lang="en-US" dirty="0"/>
          </a:p>
          <a:p>
            <a:pPr lvl="0"/>
            <a:r>
              <a:rPr lang="en-US" dirty="0"/>
              <a:t>	HTML </a:t>
            </a:r>
          </a:p>
          <a:p>
            <a:pPr lvl="0"/>
            <a:r>
              <a:rPr lang="en-US" dirty="0"/>
              <a:t>	CSS </a:t>
            </a:r>
          </a:p>
          <a:p>
            <a:pPr lvl="0"/>
            <a:r>
              <a:rPr lang="en-US" dirty="0"/>
              <a:t>	JavaScript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198BCB-6FED-6B3B-CF78-E4303B71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75" y="939800"/>
            <a:ext cx="9314225" cy="553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596A731-FAD7-77B7-D762-1CA0B4A9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4184CCA-CFEB-5FB8-2CFE-B0A3B743B62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3B302-0CF8-659F-7681-723D77AF5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123685"/>
            <a:ext cx="9458158" cy="561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79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E63172-84C3-C27F-2406-404FD00E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038DF86B-06FB-6EF8-B736-3D5CFB980103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8B4BF-3EF0-CD8C-81CD-4E47696C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2" y="949142"/>
            <a:ext cx="9407358" cy="558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1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0B2577-E78D-52D1-A7D4-DD77C4DC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F14DC2DC-681F-33B5-221E-92326FD2598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70EF1-FAE4-FE4E-69F5-EB4DC072D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870214"/>
            <a:ext cx="10084691" cy="598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5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50F3ED5-28CE-47CE-A20A-7174A8C5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479B4D9D-9FB2-584D-E3D3-874D10CBA1E0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7D03C-58ED-C9B9-965A-D981C9487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975784"/>
            <a:ext cx="9906891" cy="588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8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6B18A95-5E4C-BF25-6593-BE01432A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F9969508-35D5-5E62-776E-5199C4B5C51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89696-F5ED-3D77-CEE6-038659330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900376"/>
            <a:ext cx="10033891" cy="59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28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74C6725-5E07-23C6-6182-CB78E12F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2FA9E1D-5C21-2628-85A3-D98ED082C1E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8691B-7042-5246-AA19-C10483785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1010972"/>
            <a:ext cx="9847625" cy="584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6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F5A697E9-1077-3D32-91DB-F4B2A74E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81F34BC4-6F8B-2AEF-1368-1C1F74280D0C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CF839-9815-DA00-0861-DE42C2A32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1046162"/>
            <a:ext cx="9788358" cy="581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33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7D15E-BEB3-1029-4617-4CE2C743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33" y="855803"/>
            <a:ext cx="10388600" cy="561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942225"/>
            <a:ext cx="74066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Role of Agentic AI in Nutrition Agent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Task Decomposition</a:t>
            </a:r>
            <a:br>
              <a:rPr lang="en-US" sz="1800" dirty="0"/>
            </a:br>
            <a:r>
              <a:rPr lang="en-US" sz="1800" dirty="0"/>
              <a:t>Breaks complex nutrition requests into specialized tasks.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Specialized Agents</a:t>
            </a:r>
            <a:br>
              <a:rPr lang="en-US" sz="1800" dirty="0"/>
            </a:br>
            <a:r>
              <a:rPr lang="en-US" sz="1800" dirty="0"/>
              <a:t>Each agent handles a specific responsibility.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Context Awareness</a:t>
            </a:r>
            <a:br>
              <a:rPr lang="en-US" sz="1800" dirty="0"/>
            </a:br>
            <a:r>
              <a:rPr lang="en-US" sz="1800" dirty="0"/>
              <a:t>User profile and nutrition goals influence recommendations.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Collaboration</a:t>
            </a:r>
            <a:br>
              <a:rPr lang="en-US" sz="1800" dirty="0"/>
            </a:br>
            <a:r>
              <a:rPr lang="en-US" sz="1800" dirty="0"/>
              <a:t>Agents work together to produce a more complete response.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Goal-Oriented Assistance</a:t>
            </a:r>
            <a:br>
              <a:rPr lang="en-US" sz="1800" dirty="0"/>
            </a:br>
            <a:r>
              <a:rPr lang="en-US" sz="1800" dirty="0"/>
              <a:t>The system focuses on helping users achieve nutrition goals.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r>
              <a:rPr lang="en-US" sz="1800" dirty="0" err="1"/>
              <a:t>NutriGenie</a:t>
            </a:r>
            <a:r>
              <a:rPr lang="en-US" sz="1800" dirty="0"/>
              <a:t> behaves as an intelligent nutrition assistant rather than a simple question-answer chatbot.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6CC412-A919-E6A2-3B6C-3218AFA6D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38" y="2462880"/>
            <a:ext cx="5340062" cy="3718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601E79-44D6-7924-75A9-74D65446F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621" y="2581008"/>
            <a:ext cx="5865178" cy="348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20EC3-3AD4-81CE-B772-DC480FC7C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028C2F6D-3EA3-5136-C4FE-C773E656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8C55E7-F724-50F8-51C2-4347DD59BDB9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82EB80-05A3-B744-5A6F-F3389C8BBF2A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8FA46EAA-36A1-92B8-BD3F-E0B0B89264A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1AE596D-8DA3-6326-829C-755032448900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BB5D03-9103-085E-40A7-79BA65123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816976"/>
            <a:ext cx="10174355" cy="60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5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CAB2FB9D-866D-AE84-BCA2-49E9E4D7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56AB0A7D-6D53-996D-1EE8-E0F644D069D7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14E4F29C-1E68-EFEB-1895-4005656F2DE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EA61CA3-F70C-47EB-E8E0-6CAFF7C4E8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EB8F8AD9-3086-0E81-A8BE-4EE231C26E96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620A0-1AF1-144A-8F5B-F62FB1DA5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1044262"/>
            <a:ext cx="9791557" cy="58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28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8ABE42F7-CC83-53F2-2E94-C5311D1F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43F8D57-3244-9DE1-BD43-91BF58DC1143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21C9D54-D0F9-748F-E0D3-EF3858DE2996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9CAAD2A-75CC-4169-0ABE-020B143BEEF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A4669CCA-0871-3D80-D487-2D9B30FE171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742112-8098-F8C7-498C-3961F38E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09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38649A5-65C7-FE06-4AFD-41CC3903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B2B7FCE-FC16-A37A-EF0D-EA52A5A7A484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099D1A45-1B32-CB83-F364-A15C64CB50E4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65CF896-5DE3-FE5D-FD2C-62352C1BE80D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4CA22E7-03B1-B0D3-D77A-C85BAEB56D58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2CB0C-137E-B452-683D-B8846879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816976"/>
            <a:ext cx="10174355" cy="60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50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00815AA-563C-954E-338A-2AACAEE4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482A4A77-E990-6FCB-6EB2-10E9F547EF4F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7D0D08DB-D03A-7040-E24F-E30DF7728AC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0A55B596-8089-EA0F-3374-895C725FC2B0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5ABFD5BB-DA15-6613-B545-67FF8E147711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13AFC4-79A4-AF16-EFD8-0B456611E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618066"/>
            <a:ext cx="10509361" cy="623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19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946297"/>
            <a:ext cx="11301984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1. Multi-Agent Intelligence</a:t>
            </a:r>
            <a:br>
              <a:rPr lang="en-US" sz="1800" dirty="0"/>
            </a:br>
            <a:r>
              <a:rPr lang="en-US" sz="1800" dirty="0"/>
              <a:t>Specialized agents collaborate.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2. RAG-Based Accuracy</a:t>
            </a:r>
            <a:br>
              <a:rPr lang="en-US" sz="1800" dirty="0"/>
            </a:br>
            <a:r>
              <a:rPr lang="en-US" sz="1800" dirty="0"/>
              <a:t>Retrieved knowledge supports generated responses.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3. Hyper-Personalization</a:t>
            </a:r>
            <a:br>
              <a:rPr lang="en-US" sz="1800" dirty="0"/>
            </a:br>
            <a:r>
              <a:rPr lang="en-US" sz="1800" dirty="0"/>
              <a:t>Recommendations reflect user context and goals.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4. Real-Time Feedback Loop</a:t>
            </a:r>
            <a:br>
              <a:rPr lang="en-US" sz="1800" dirty="0"/>
            </a:br>
            <a:r>
              <a:rPr lang="en-US" sz="1800" dirty="0"/>
              <a:t>Meal logging supports continuous feedback.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5. Multimodal Potential</a:t>
            </a:r>
            <a:br>
              <a:rPr lang="en-US" sz="1800" dirty="0"/>
            </a:br>
            <a:r>
              <a:rPr lang="en-US" sz="1800" dirty="0"/>
              <a:t>Architecture can be extended to text, voice and images.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6. Preventive Healthcare Focus</a:t>
            </a:r>
            <a:br>
              <a:rPr lang="en-US" sz="1800" dirty="0"/>
            </a:br>
            <a:r>
              <a:rPr lang="en-US" sz="1800" dirty="0"/>
              <a:t>Moves beyond basic meal recommendations.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7. Scalable Architecture</a:t>
            </a:r>
            <a:br>
              <a:rPr lang="en-US" sz="1800" dirty="0"/>
            </a:br>
            <a:r>
              <a:rPr lang="en-US" sz="1800" dirty="0"/>
              <a:t>Designed around IBM's AI ecosystem.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3"/>
            <a:ext cx="5038143" cy="5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https://github.com/Aarush-Singh01/NutriGenie.git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56258" y="15826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88523" y="598180"/>
            <a:ext cx="9610143" cy="587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1. Wearable Integration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Integrate: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Smartwatches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Fitness trackers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Steps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Calories burned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Heart rate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Sleep patterns 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2. Voice &amp; Multilingual AI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Voice-based interaction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Regional languages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Natural conversational assistance 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3. Advanced Food Recognition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Future versions can analyze meal images to identify foods and estimate nutritional information.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17D35-BD96-F20A-672B-F5DD8F3E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7" y="1151726"/>
            <a:ext cx="75438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8E03EC-284D-3BBC-32B2-4CFC367CE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99" y="1565660"/>
            <a:ext cx="7975602" cy="49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F3D8A-8AB8-EA9B-5FC3-0C3AD685DE9C}"/>
              </a:ext>
            </a:extLst>
          </p:cNvPr>
          <p:cNvSpPr txBox="1"/>
          <p:nvPr/>
        </p:nvSpPr>
        <p:spPr>
          <a:xfrm>
            <a:off x="440267" y="1972733"/>
            <a:ext cx="1152313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Bernard MT Condensed" panose="02050806060905020404" pitchFamily="18" charset="0"/>
                <a:cs typeface="Angsana New" panose="02020603050405020304" pitchFamily="18" charset="-34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830</Words>
  <Application>Microsoft Office PowerPoint</Application>
  <PresentationFormat>Widescreen</PresentationFormat>
  <Paragraphs>169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Bernard MT Condensed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Aarush Singh</cp:lastModifiedBy>
  <cp:revision>3</cp:revision>
  <dcterms:created xsi:type="dcterms:W3CDTF">2025-07-08T05:06:56Z</dcterms:created>
  <dcterms:modified xsi:type="dcterms:W3CDTF">2026-09-11T17:03:01Z</dcterms:modified>
</cp:coreProperties>
</file>